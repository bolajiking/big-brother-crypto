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WATCH · PREDICT · 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*Pre-Seed · $200,000*</a:t>
            </a:r>
          </a:p>
          <a:p>
            <a:r>
              <a:t>*bolaji@chainfren.com*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2 billion votes. ₦115 billion in SMS revenue. Zero returned to fans.</a:t>
            </a:r>
          </a:p>
          <a:p>
            <a:pPr>
              <a:spcBef>
                <a:spcPts val="600"/>
              </a:spcBef>
              <a:defRPr sz="1400"/>
            </a:pPr>
            <a:r>
              <a:t>Every year, 50 million Nigerians pour their time, money, and emotion into BBNaija — the most-watched non-sports content in Africa. They spend ₦50,000+ on SMS votes. They run social media campaigns that turn strangers into millionaires.</a:t>
            </a:r>
          </a:p>
          <a:p>
            <a:pPr>
              <a:spcBef>
                <a:spcPts val="600"/>
              </a:spcBef>
              <a:defRPr sz="1400"/>
            </a:pPr>
            <a:r>
              <a:t>They get nothing back.</a:t>
            </a:r>
          </a:p>
          <a:p>
            <a:pPr>
              <a:spcBef>
                <a:spcPts val="600"/>
              </a:spcBef>
              <a:defRPr sz="1400"/>
            </a:pPr>
            <a:r>
              <a:t>Meanwhile, the same 18-35 demographic spends $3.6 billion annually on sports betting — because when there's financial upside, Nigerians show up.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Star Factor is what happens when you combine these two behaviors.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WE'RE NOT A STARTUP IDEA. WE'RE AN ARBITRAGE.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Two $3B+ markets exist side by side. Nobody has connected them.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REALITY TV FANS (50M)          PREDICTION BETTORS (60M)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┌──────────────────┐           ┌──────────────────┐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Watch 100+ hrs   │           │ $3.6B gross    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Spend ₦50K+ on   │           │ gaming revenue 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SMS votes        │           │ 92.8% mobile   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Zero financial   │    ★      │ 40% in-play bets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return           │  STAR     │ (live event     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                 │ FACTOR    │  prediction)    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│ Same demographic │           │ Same demographic   │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└──────────────────┘           └──────────────────┘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18-35, mobile-first, Lagos-heavy</a:t>
            </a:r>
          </a:p>
          <a:p>
            <a:pPr>
              <a:spcBef>
                <a:spcPts val="600"/>
              </a:spcBef>
              <a:defRPr sz="1400"/>
            </a:pPr>
            <a:r>
              <a:t>**The gap is structural, not accidental.** BBNaija can't share revenue — SMS votes are their cash cow. BetKing can't produce content — they're a financial platform. Nobody has built the bridge.</a:t>
            </a:r>
          </a:p>
          <a:p>
            <a:pPr>
              <a:spcBef>
                <a:spcPts val="600"/>
              </a:spcBef>
              <a:defRPr sz="1400"/>
            </a:pPr>
            <a:r>
              <a:t>We did.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A 24/7 livestreaming reality TV platform where fans earn money by predicting outcomes.</a:t>
            </a:r>
          </a:p>
          <a:p>
            <a:pPr>
              <a:spcBef>
                <a:spcPts val="600"/>
              </a:spcBef>
              <a:defRPr sz="1400"/>
            </a:pPr>
            <a:r>
              <a:t>Three layers. One flywheel.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Layer 1 — WATCH</a:t>
            </a:r>
          </a:p>
          <a:p>
            <a:pPr>
              <a:spcBef>
                <a:spcPts val="600"/>
              </a:spcBef>
              <a:defRPr sz="1400"/>
            </a:pPr>
            <a:r>
              <a:t>8 cameras. Every room. 24/7. Mobile-first. Powered by Livepeer decentralized streaming — 50-80% cheaper than AWS. Same infrastructure behind Fishtank.live ($3M revenue, 1M viewers).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Layer 2 — PREDICT</a:t>
            </a:r>
          </a:p>
          <a:p>
            <a:pPr>
              <a:spcBef>
                <a:spcPts val="600"/>
              </a:spcBef>
              <a:defRPr sz="1400"/>
            </a:pPr>
            <a:r>
              <a:t>Who gets evicted? Who wins Head of House? Will they fight? Fans place predictions with real money. Right calls = real earnings. 5% platform rake. All settlement on Solana — cryptographically verifiable. Africa's first transparent entertainment platform.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Layer 3 — EARN</a:t>
            </a:r>
          </a:p>
          <a:p>
            <a:pPr>
              <a:spcBef>
                <a:spcPts val="600"/>
              </a:spcBef>
              <a:defRPr sz="1400"/>
            </a:pPr>
            <a:r>
              <a:t>Contestants earn from fan tips during the show — not just after. Top supporters get exclusive access. Fans earn from correct predictions. Everyone has skin in the game. Everyone is aligned.</a:t>
            </a:r>
          </a:p>
          <a:p>
            <a:pPr>
              <a:spcBef>
                <a:spcPts val="600"/>
              </a:spcBef>
              <a:defRPr sz="1400"/>
            </a:pPr>
            <a:r>
              <a:t>**The flywheel:** Predictions make viewers watch more → watching more creates better predictions → winning creates dopamine → dopamine drives repeat prediction → repeat prediction drives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THE 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$7.6B+ addressable market at the intersection of entertainment ($4B) + betting ($3.6B)</a:t>
            </a:r>
          </a:p>
          <a:p>
            <a:pPr>
              <a:spcBef>
                <a:spcPts val="400"/>
              </a:spcBef>
              <a:defRPr sz="1200"/>
            </a:pPr>
            <a:r>
              <a:t>Metric  •  Data Point  •  Source</a:t>
            </a:r>
          </a:p>
          <a:p>
            <a:pPr>
              <a:spcBef>
                <a:spcPts val="400"/>
              </a:spcBef>
              <a:defRPr sz="1200"/>
            </a:pPr>
            <a:r>
              <a:t>Nigerian entertainment market  •  $4B+ (15% YoY growth)  •  Industry reports</a:t>
            </a:r>
          </a:p>
          <a:p>
            <a:pPr>
              <a:spcBef>
                <a:spcPts val="400"/>
              </a:spcBef>
              <a:defRPr sz="1200"/>
            </a:pPr>
            <a:r>
              <a:t>Nigerian gross gaming revenue  •  ₦5.6T (~$3.6B)  •  Statista, Pulse Sports</a:t>
            </a:r>
          </a:p>
          <a:p>
            <a:pPr>
              <a:spcBef>
                <a:spcPts val="400"/>
              </a:spcBef>
              <a:defRPr sz="1200"/>
            </a:pPr>
            <a:r>
              <a:t>Active bettors in Nigeria  •  60M+  •  NBS data</a:t>
            </a:r>
          </a:p>
          <a:p>
            <a:pPr>
              <a:spcBef>
                <a:spcPts val="400"/>
              </a:spcBef>
              <a:defRPr sz="1200"/>
            </a:pPr>
            <a:r>
              <a:t>BBNaija votes per season  •  1.53B (Season 8)  •  Money Africa</a:t>
            </a:r>
          </a:p>
          <a:p>
            <a:pPr>
              <a:spcBef>
                <a:spcPts val="400"/>
              </a:spcBef>
              <a:defRPr sz="1200"/>
            </a:pPr>
            <a:r>
              <a:t>Nigerian smartphone users  •  140M  •  Vanguard</a:t>
            </a:r>
          </a:p>
          <a:p>
            <a:pPr>
              <a:spcBef>
                <a:spcPts val="400"/>
              </a:spcBef>
              <a:defRPr sz="1200"/>
            </a:pPr>
            <a:r>
              <a:t>Stablecoin transactions (Nigeria)  •  $22B (Jul 23 - Jun 24)  •  Plasma/Chainalysis</a:t>
            </a:r>
          </a:p>
          <a:p>
            <a:pPr>
              <a:spcBef>
                <a:spcPts val="400"/>
              </a:spcBef>
              <a:defRPr sz="1200"/>
            </a:pPr>
            <a:r>
              <a:t>In-play betting share  •  40% of football bets (up from 25%)  •  Business Day</a:t>
            </a:r>
          </a:p>
          <a:p>
            <a:pPr>
              <a:spcBef>
                <a:spcPts val="400"/>
              </a:spcBef>
              <a:defRPr sz="1200"/>
            </a:pPr>
            <a:r>
              <a:t>Nigerian diaspora  •  15M+ ($48B/yr remittances)  •  World Bank</a:t>
            </a:r>
          </a:p>
          <a:p>
            <a:pPr>
              <a:spcBef>
                <a:spcPts val="600"/>
              </a:spcBef>
              <a:defRPr sz="1400"/>
            </a:pPr>
            <a:r>
              <a:t>**In-play betting grew from 25% to 40% in two years.** Nigerians want to predict outcomes while watching live events. We give them a better event to predict.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WHY NOW — FIVE FORCES CONVERGING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1. Mobile video crossed the threshold.</a:t>
            </a:r>
          </a:p>
          <a:p>
            <a:pPr>
              <a:spcBef>
                <a:spcPts val="600"/>
              </a:spcBef>
              <a:defRPr sz="1400"/>
            </a:pPr>
            <a:r>
              <a:t>140M smartphones. Data usage up 93% in 2 years. 75% of Nigerians watch free online video. 24/7 streaming is now viable for mass audiences — this was not true 3 years ago.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2. Prediction markets are the 2026 breakout category.</a:t>
            </a:r>
          </a:p>
          <a:p>
            <a:pPr>
              <a:spcBef>
                <a:spcPts val="600"/>
              </a:spcBef>
              <a:defRPr sz="1400"/>
            </a:pPr>
            <a:r>
              <a:t>$13B+ traded monthly across platforms. Polymarket partnered with the Golden Globes. Galaxy Research, a16z, and Pantera all published major prediction market theses in the last 6 months. Entertainment is the next vertical.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3. Decentralized streaming slashed costs.</a:t>
            </a:r>
          </a:p>
          <a:p>
            <a:pPr>
              <a:spcBef>
                <a:spcPts val="600"/>
              </a:spcBef>
              <a:defRPr sz="1400"/>
            </a:pPr>
            <a:r>
              <a:t>Livepeer reduces transcoding costs 50-80% vs AWS. Fishtank.live proved it: $3M revenue, $486K profit, all on Livepeer. SankoTV cut costs 80% migrating from AWS IVS. A startup can now operate 8 cameras 24/7 for ~$8-20K over 6 weeks.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4. Nigerian crypto rails are mature.</a:t>
            </a:r>
          </a:p>
          <a:p>
            <a:pPr>
              <a:spcBef>
                <a:spcPts val="600"/>
              </a:spcBef>
              <a:defRPr sz="1400"/>
            </a:pPr>
            <a:r>
              <a:t>Paystack ($10B+ annual processing). $22B in stablecoin volume. cNGN (first regulated naira stablecoin) launched 2025. 95% of surveyed Nigerians prefer stablecoin salary payments. The infrastructure exists.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5. BBNaija off-season creates a content vacuum.</a:t>
            </a:r>
          </a:p>
          <a:p>
            <a:pPr>
              <a:spcBef>
                <a:spcPts val="600"/>
              </a:spcBef>
              <a:defRPr sz="1400"/>
            </a:pPr>
            <a:r>
              <a:t>Season 9 ends October. November through May: no major reality content. Star Factor launches into maximum attention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BUSINESS MODEL — 9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Break-even on sponsorship alone. User revenue is upside.</a:t>
            </a:r>
          </a:p>
          <a:p>
            <a:pPr>
              <a:spcBef>
                <a:spcPts val="400"/>
              </a:spcBef>
              <a:defRPr sz="1200"/>
            </a:pPr>
            <a:r>
              <a:t>Stream  •  % of S1 Revenue  •  Mechanism</a:t>
            </a:r>
          </a:p>
          <a:p>
            <a:pPr>
              <a:spcBef>
                <a:spcPts val="400"/>
              </a:spcBef>
              <a:defRPr sz="1200"/>
            </a:pPr>
            <a:r>
              <a:t>Stakes Sales  •  35%  •  Naira → Stakes purchases. 15-20% margin</a:t>
            </a:r>
          </a:p>
          <a:p>
            <a:pPr>
              <a:spcBef>
                <a:spcPts val="400"/>
              </a:spcBef>
              <a:defRPr sz="1200"/>
            </a:pPr>
            <a:r>
              <a:t>Prediction Market Fees  •  15%  •  5% rake on all prediction volume</a:t>
            </a:r>
          </a:p>
          <a:p>
            <a:pPr>
              <a:spcBef>
                <a:spcPts val="400"/>
              </a:spcBef>
              <a:defRPr sz="1200"/>
            </a:pPr>
            <a:r>
              <a:t>Subscriptions  •  15%  •  4 tiers: Bronze ₦480/wk → Platinum ₦160K/season</a:t>
            </a:r>
          </a:p>
          <a:p>
            <a:pPr>
              <a:spcBef>
                <a:spcPts val="400"/>
              </a:spcBef>
              <a:defRPr sz="1200"/>
            </a:pPr>
            <a:r>
              <a:t>Sponsorship  •  25%  •  Title sponsor + room/challenge/digital sponsors</a:t>
            </a:r>
          </a:p>
          <a:p>
            <a:pPr>
              <a:spcBef>
                <a:spcPts val="400"/>
              </a:spcBef>
              <a:defRPr sz="1200"/>
            </a:pPr>
            <a:r>
              <a:t>Interactive (TTS/SFX/Gifts)  •  5%  •  ₦480-1,600 per interaction</a:t>
            </a:r>
          </a:p>
          <a:p>
            <a:pPr>
              <a:spcBef>
                <a:spcPts val="400"/>
              </a:spcBef>
              <a:defRPr sz="1200"/>
            </a:pPr>
            <a:r>
              <a:t>Contestant Tips  •  3%  •  30% platform take, 70% to contestant</a:t>
            </a:r>
          </a:p>
          <a:p>
            <a:pPr>
              <a:spcBef>
                <a:spcPts val="400"/>
              </a:spcBef>
              <a:defRPr sz="1200"/>
            </a:pPr>
            <a:r>
              <a:t>Content Monetization  •  2%  •  YouTube highlights (funnel) + gated premium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Dual Currency System:</a:t>
            </a:r>
          </a:p>
          <a:p>
            <a:pPr>
              <a:spcBef>
                <a:spcPts val="600"/>
              </a:spcBef>
              <a:defRPr sz="1400"/>
            </a:pPr>
            <a:r>
              <a:t>**Clout** (free) — earned by watching, chatting, logging in. Creates habit. Creates the audience sponsors pay for</a:t>
            </a:r>
          </a:p>
          <a:p>
            <a:pPr>
              <a:spcBef>
                <a:spcPts val="600"/>
              </a:spcBef>
              <a:defRPr sz="1400"/>
            </a:pPr>
            <a:r>
              <a:t>**Stakes** (premium) — purchased with Naira (₦200 minimum). Used for predictions, premium votes, TTS. Pegged at $0.01. Cashable to bank</a:t>
            </a:r>
          </a:p>
          <a:p>
            <a:pPr>
              <a:spcBef>
                <a:spcPts val="600"/>
              </a:spcBef>
              <a:defRPr sz="1400"/>
            </a:pPr>
            <a:r>
              <a:t>**Design principle:** Every purchase feels like buying airtime. ₦200-500. Two taps. Instant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UNIT ECONOMICS &amp;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400"/>
              </a:spcBef>
              <a:defRPr sz="1200"/>
            </a:pPr>
            <a:r>
              <a:t>Metric  •  Target</a:t>
            </a:r>
          </a:p>
          <a:p>
            <a:pPr>
              <a:spcBef>
                <a:spcPts val="400"/>
              </a:spcBef>
              <a:defRPr sz="1200"/>
            </a:pPr>
            <a:r>
              <a:t>CAC (organic)  •  ₦100-300 (~$0.06-0.19)</a:t>
            </a:r>
          </a:p>
          <a:p>
            <a:pPr>
              <a:spcBef>
                <a:spcPts val="400"/>
              </a:spcBef>
              <a:defRPr sz="1200"/>
            </a:pPr>
            <a:r>
              <a:t>CAC (paid social)  •  ₦500-1,000 (~$0.31-0.63)</a:t>
            </a:r>
          </a:p>
          <a:p>
            <a:pPr>
              <a:spcBef>
                <a:spcPts val="400"/>
              </a:spcBef>
              <a:defRPr sz="1200"/>
            </a:pPr>
            <a:r>
              <a:t>Free-to-paid conversion  •  8-10%</a:t>
            </a:r>
          </a:p>
          <a:p>
            <a:pPr>
              <a:spcBef>
                <a:spcPts val="400"/>
              </a:spcBef>
              <a:defRPr sz="1200"/>
            </a:pPr>
            <a:r>
              <a:t>ARPPU (per season)  •  ₦8,000-12,000 (~$5-7.50)</a:t>
            </a:r>
          </a:p>
          <a:p>
            <a:pPr>
              <a:spcBef>
                <a:spcPts val="400"/>
              </a:spcBef>
              <a:defRPr sz="1200"/>
            </a:pPr>
            <a:r>
              <a:t>LTV/CAC (organic)  •  5-8x</a:t>
            </a:r>
          </a:p>
          <a:p>
            <a:pPr>
              <a:spcBef>
                <a:spcPts val="400"/>
              </a:spcBef>
              <a:defRPr sz="1200"/>
            </a:pPr>
            <a:r>
              <a:t>Payback period  •  Within Season 1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Season 1 Financial Targets:</a:t>
            </a:r>
          </a:p>
          <a:p>
            <a:pPr>
              <a:spcBef>
                <a:spcPts val="400"/>
              </a:spcBef>
              <a:defRPr sz="1200"/>
            </a:pPr>
            <a:r>
              <a:t>  •  Conservative  •  Base Case  •  Stretch</a:t>
            </a:r>
          </a:p>
          <a:p>
            <a:pPr>
              <a:spcBef>
                <a:spcPts val="400"/>
              </a:spcBef>
              <a:defRPr sz="1200"/>
            </a:pPr>
            <a:r>
              <a:t>Registered Users  •  15,000  •  40,000  •  100,000</a:t>
            </a:r>
          </a:p>
          <a:p>
            <a:pPr>
              <a:spcBef>
                <a:spcPts val="400"/>
              </a:spcBef>
              <a:defRPr sz="1200"/>
            </a:pPr>
            <a:r>
              <a:t>Paying Users  •  1,200 (8%)  •  4,000 (10%)  •  12,000 (12%)</a:t>
            </a:r>
          </a:p>
          <a:p>
            <a:pPr>
              <a:spcBef>
                <a:spcPts val="400"/>
              </a:spcBef>
              <a:defRPr sz="1200"/>
            </a:pPr>
            <a:r>
              <a:t>User Revenue  •  ₦15M (~$9K)  •  ₦60M (~$37K)  •  ₦200M (~$125K)</a:t>
            </a:r>
          </a:p>
          <a:p>
            <a:pPr>
              <a:spcBef>
                <a:spcPts val="400"/>
              </a:spcBef>
              <a:defRPr sz="1200"/>
            </a:pPr>
            <a:r>
              <a:t>Sponsorship  •  ₦15M (~$9K)  •  ₦40M (~$25K)  •  ₦80M (~$50K)</a:t>
            </a:r>
          </a:p>
          <a:p>
            <a:pPr>
              <a:spcBef>
                <a:spcPts val="400"/>
              </a:spcBef>
              <a:defRPr sz="1200"/>
            </a:pPr>
            <a:r>
              <a:t>**Total Gross**  •  **₦30M (~$19K)**  •  **₦100M (~$63K)**  •  **₦280M (~$175K)**</a:t>
            </a:r>
          </a:p>
          <a:p>
            <a:pPr>
              <a:spcBef>
                <a:spcPts val="400"/>
              </a:spcBef>
              <a:defRPr sz="1200"/>
            </a:pPr>
            <a:r>
              <a:t>Production Cost  •  ₦20M (~$13K)  •  ₦20M (~$13K)  •  ₦20M (~$13K)</a:t>
            </a:r>
          </a:p>
          <a:p>
            <a:pPr>
              <a:spcBef>
                <a:spcPts val="400"/>
              </a:spcBef>
              <a:defRPr sz="1200"/>
            </a:pPr>
            <a:r>
              <a:t>**Net**  •  **Break-even**  •  **Profitable**  •  **Highly profitable**</a:t>
            </a:r>
          </a:p>
          <a:p>
            <a:pPr>
              <a:spcBef>
                <a:spcPts val="600"/>
              </a:spcBef>
              <a:defRPr sz="1400"/>
            </a:pPr>
            <a:r>
              <a:t>**Sponsorship is the safety net.** 2-3 brand deals cover production. Everything from users is margin.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Growth trajectory:</a:t>
            </a:r>
          </a:p>
          <a:p>
            <a:pPr>
              <a:spcBef>
                <a:spcPts val="400"/>
              </a:spcBef>
              <a:defRPr sz="1200"/>
            </a:pPr>
            <a:r>
              <a:t>Milestone  •  Users  •  Revenue</a:t>
            </a:r>
          </a:p>
          <a:p>
            <a:pPr>
              <a:spcBef>
                <a:spcPts val="400"/>
              </a:spcBef>
              <a:defRPr sz="1200"/>
            </a:pPr>
            <a:r>
              <a:t>Season 1  •  15-40K  •  ₦30-100M ($19-63K)</a:t>
            </a:r>
          </a:p>
          <a:p>
            <a:pPr>
              <a:spcBef>
                <a:spcPts val="400"/>
              </a:spcBef>
              <a:defRPr sz="1200"/>
            </a:pPr>
            <a:r>
              <a:t>Season 2  •  50-150K  •  ₦150-500M ($94-313K)</a:t>
            </a:r>
          </a:p>
          <a:p>
            <a:pPr>
              <a:spcBef>
                <a:spcPts val="400"/>
              </a:spcBef>
              <a:defRPr sz="1200"/>
            </a:pPr>
            <a:r>
              <a:t>Year 2 (Pan-African)  •  200-500K  •  ₦1-3B ($625K-1.9M)</a:t>
            </a:r>
          </a:p>
          <a:p>
            <a:pPr>
              <a:spcBef>
                <a:spcPts val="400"/>
              </a:spcBef>
              <a:defRPr sz="1200"/>
            </a:pPr>
            <a:r>
              <a:t>Year 3 (Multi-show)  •  1M+  •  ₦5B+ ($3.1M+)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Nobody occupies our intersection.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OWNS LIVE CONTENT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↑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|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★ STAR FACTOR   |   BBNaija / Multichoice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prediction markets  |   broadcast model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+ interactive        |   SMS voting, no fan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+ fan earnings       |   earnings, 100x cost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+ transparent        |   opaque votes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|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─────────────────────┼─────────────────────→ PREDICTION MARKETS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|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Fishtank.live      |   Polymarket / BetKing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interactive 24/7    |   prediction/betting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US-only             |   no owned content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t>no predictions      |   not entertainment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Why incumbents can't copy us:</a:t>
            </a:r>
          </a:p>
          <a:p>
            <a:pPr>
              <a:spcBef>
                <a:spcPts val="400"/>
              </a:spcBef>
              <a:defRPr sz="1200"/>
            </a:pPr>
            <a:r>
              <a:t>Incumbent  •  Structural Lock-In</a:t>
            </a:r>
          </a:p>
          <a:p>
            <a:pPr>
              <a:spcBef>
                <a:spcPts val="400"/>
              </a:spcBef>
              <a:defRPr sz="1200"/>
            </a:pPr>
            <a:r>
              <a:t>**BBNaija**  •  SMS votes = their largest revenue line. Sharing revenue with fans cannibalizes it. Broadcast infra costs 50-100x Livepeer. On-chain transparency contradicts opaque vote system</a:t>
            </a:r>
          </a:p>
          <a:p>
            <a:pPr>
              <a:spcBef>
                <a:spcPts val="400"/>
              </a:spcBef>
              <a:defRPr sz="1200"/>
            </a:pPr>
            <a:r>
              <a:t>**BetKing/Sportybet**  •  Don't produce content. Different regulatory license. No community features</a:t>
            </a:r>
          </a:p>
          <a:p>
            <a:pPr>
              <a:spcBef>
                <a:spcPts val="400"/>
              </a:spcBef>
              <a:defRPr sz="1200"/>
            </a:pPr>
            <a:r>
              <a:t>**Fishtank**  •  US/Western audience only. No prediction markets. Different cultural context</a:t>
            </a:r>
          </a:p>
          <a:p>
            <a:pPr>
              <a:spcBef>
                <a:spcPts val="400"/>
              </a:spcBef>
              <a:defRPr sz="1200"/>
            </a:pPr>
            <a:r>
              <a:t>**Polymarket**  •  Doesn't produce content. Financial platform, not entertainment. Not Africa-focused</a:t>
            </a:r>
          </a:p>
          <a:p>
            <a:pPr>
              <a:spcBef>
                <a:spcPts val="600"/>
              </a:spcBef>
              <a:defRPr sz="1400"/>
            </a:pPr>
            <a:r>
              <a:t>**Colosseum corpus validation (5,400+ Solana projects):** No project combines owned live content + prediction markets + African audience. Closest comps are layers on existing content (CypherCast) or novelty content (Fanplay hamster racing). Star Factor is the full vertical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INVESTOR THESIS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Star Factor maps directly to the theses of the firms funding this category.</a:t>
            </a:r>
          </a:p>
          <a:p>
            <a:pPr>
              <a:spcBef>
                <a:spcPts val="400"/>
              </a:spcBef>
              <a:defRPr sz="1200"/>
            </a:pPr>
            <a:r>
              <a:t>Thesis  •  Source  •  Star Factor Mapping</a:t>
            </a:r>
          </a:p>
          <a:p>
            <a:pPr>
              <a:spcBef>
                <a:spcPts val="400"/>
              </a:spcBef>
              <a:defRPr sz="1200"/>
            </a:pPr>
            <a:r>
              <a:t>"Prediction markets are the next breakout category"  •  Galaxy Research, a16z, Pantera (2025-2026)  •  We are a prediction market — for entertainment, in Africa's largest market</a:t>
            </a:r>
          </a:p>
          <a:p>
            <a:pPr>
              <a:spcBef>
                <a:spcPts val="400"/>
              </a:spcBef>
              <a:defRPr sz="1200"/>
            </a:pPr>
            <a:r>
              <a:t>"Fix the economics of being a creator"  •  Chris Dixon, a16z (Oct 2024)  •  Contestants earn during the show. Fans earn from predictions. Platform takes a cut. Everyone aligned</a:t>
            </a:r>
          </a:p>
          <a:p>
            <a:pPr>
              <a:spcBef>
                <a:spcPts val="400"/>
              </a:spcBef>
              <a:defRPr sz="1200"/>
            </a:pPr>
            <a:r>
              <a:t>"Community-owned media"  •  Cuy Sheffield, a16z (Oct 2024)  •  Fan engagement directly funds and shapes the show. Community ownership through participation, not just tokens</a:t>
            </a:r>
          </a:p>
          <a:p>
            <a:pPr>
              <a:spcBef>
                <a:spcPts val="400"/>
              </a:spcBef>
              <a:defRPr sz="1200"/>
            </a:pPr>
            <a:r>
              <a:t>"1,000 True Fans"  •  Chris Dixon, a16z  •  Star Factor operationalizes true-fan economics through staked prediction rather than patronage</a:t>
            </a:r>
          </a:p>
          <a:p>
            <a:pPr>
              <a:spcBef>
                <a:spcPts val="400"/>
              </a:spcBef>
              <a:defRPr sz="1200"/>
            </a:pPr>
            <a:r>
              <a:t>"Degens are pioneers"  •  Alliance (Oct 2024)  •  Nigerian bettors are the degens. They already spend $3.6B/yr on predictions. We give them better content to predict on</a:t>
            </a:r>
          </a:p>
          <a:p>
            <a:pPr>
              <a:spcBef>
                <a:spcPts val="400"/>
              </a:spcBef>
              <a:defRPr sz="1200"/>
            </a:pPr>
            <a:r>
              <a:t>"Stop building for Crypto Twitter"  •  Superteam Blog  •  We build for 50M Nigerian reality TV fans. Crypto is invisible infrastructure, not the selling point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Builder ecosystem proof:</a:t>
            </a:r>
          </a:p>
          <a:p>
            <a:pPr>
              <a:spcBef>
                <a:spcPts val="600"/>
              </a:spcBef>
              <a:defRPr sz="1400"/>
            </a:pPr>
            <a:r>
              <a:t>3 of last 4 Colosseum Consumer Apps 1st-place winners are prediction market or fan-economy plays (Pregame C2, Trepa C3, Capitola C4)</a:t>
            </a:r>
          </a:p>
          <a:p>
            <a:pPr>
              <a:spcBef>
                <a:spcPts val="600"/>
              </a:spcBef>
              <a:defRPr sz="1400"/>
            </a:pPr>
            <a:r>
              <a:t>Superfan (C4, 2nd Consumer Apps) validates fan-backed creator economics on Solana</a:t>
            </a:r>
          </a:p>
          <a:p>
            <a:pPr>
              <a:spcBef>
                <a:spcPts val="600"/>
              </a:spcBef>
              <a:defRPr sz="1400"/>
            </a:pPr>
            <a:r>
              <a:t>Fanplay proved live content + crypto prediction = viral (3M views, 100K visits from zero)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TRACTION — WHAT EXISTS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400"/>
              </a:spcBef>
              <a:defRPr sz="1200"/>
            </a:pPr>
            <a:r>
              <a:t>Component  •  Status  •  Detail</a:t>
            </a:r>
          </a:p>
          <a:p>
            <a:pPr>
              <a:spcBef>
                <a:spcPts val="400"/>
              </a:spcBef>
              <a:defRPr sz="1200"/>
            </a:pPr>
            <a:r>
              <a:t>Streaming Platform  •  **LIVE**  •  8-camera multi-feed via Livepeer. HLS playback. Responsive mobile-first UI</a:t>
            </a:r>
          </a:p>
          <a:p>
            <a:pPr>
              <a:spcBef>
                <a:spcPts val="400"/>
              </a:spcBef>
              <a:defRPr sz="1200"/>
            </a:pPr>
            <a:r>
              <a:t>Real-Time Chat  •  **LIVE**  •  Socket.io. Emoji reactions, SFX triggers, TTS interface</a:t>
            </a:r>
          </a:p>
          <a:p>
            <a:pPr>
              <a:spcBef>
                <a:spcPts val="400"/>
              </a:spcBef>
              <a:defRPr sz="1200"/>
            </a:pPr>
            <a:r>
              <a:t>Web3 Auth  •  **LIVE**  •  Privy. Email/Google signup → invisible embedded Solana wallet</a:t>
            </a:r>
          </a:p>
          <a:p>
            <a:pPr>
              <a:spcBef>
                <a:spcPts val="400"/>
              </a:spcBef>
              <a:defRPr sz="1200"/>
            </a:pPr>
            <a:r>
              <a:t>Wallet System  •  **LIVE**  •  Clout + Stakes balances, daily bonus, transaction history</a:t>
            </a:r>
          </a:p>
          <a:p>
            <a:pPr>
              <a:spcBef>
                <a:spcPts val="400"/>
              </a:spcBef>
              <a:defRPr sz="1200"/>
            </a:pPr>
            <a:r>
              <a:t>Payments  •  **LIVE**  •  Paystack. Naira deposits (card, bank, USSD) + instant withdrawals</a:t>
            </a:r>
          </a:p>
          <a:p>
            <a:pPr>
              <a:spcBef>
                <a:spcPts val="400"/>
              </a:spcBef>
              <a:defRPr sz="1200"/>
            </a:pPr>
            <a:r>
              <a:t>Contestant Application  •  **LIVE**  •  6-step form. Collecting Season 1 applicants</a:t>
            </a:r>
          </a:p>
          <a:p>
            <a:pPr>
              <a:spcBef>
                <a:spcPts val="400"/>
              </a:spcBef>
              <a:defRPr sz="1200"/>
            </a:pPr>
            <a:r>
              <a:t>Database &amp; Backend  •  **LIVE**  •  PostgreSQL + Prisma ORM. Full schema: users, markets, votes, transactions</a:t>
            </a:r>
          </a:p>
          <a:p>
            <a:pPr>
              <a:spcBef>
                <a:spcPts val="400"/>
              </a:spcBef>
              <a:defRPr sz="1200"/>
            </a:pPr>
            <a:r>
              <a:t>Prediction Markets  •  **IN PROGRESS**  •  Betting UI, odds engine, settlement flow. 4 weeks to completion</a:t>
            </a:r>
          </a:p>
          <a:p>
            <a:pPr>
              <a:spcBef>
                <a:spcPts val="400"/>
              </a:spcBef>
              <a:defRPr sz="1200"/>
            </a:pPr>
            <a:r>
              <a:t>Admin Dashboard  •  **IN PROGRESS**  •  Show management, market creation, moderation. 4-6 weeks</a:t>
            </a:r>
          </a:p>
          <a:p>
            <a:pPr>
              <a:spcBef>
                <a:spcPts val="400"/>
              </a:spcBef>
              <a:defRPr sz="1200"/>
            </a:pPr>
            <a:r>
              <a:t>On-Chain Settlement  •  **IN PROGRESS**  •  Solana integration for transparent market resolution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We are not asking for money to build. We are asking for money to launch.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Bolaji Majiyagbe — Founder &amp; Product Lead</a:t>
            </a:r>
          </a:p>
          <a:p>
            <a:pPr>
              <a:spcBef>
                <a:spcPts val="600"/>
              </a:spcBef>
              <a:defRPr sz="1400"/>
            </a:pPr>
            <a:r>
              <a:t>5 years in Web3. Decentralized infrastructure specialist. Built products at Chainfren (Web3 creative studio). Deep understanding of Nigerian consumer behavior, payment rails, and digital entertainment.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Bashir Jaji — Lead Engineer</a:t>
            </a:r>
          </a:p>
          <a:p>
            <a:pPr>
              <a:spcBef>
                <a:spcPts val="600"/>
              </a:spcBef>
              <a:defRPr sz="1400"/>
            </a:pPr>
            <a:r>
              <a:t>Full-stack. Architected and built the entire Star Factor platform from scratch — streaming, chat, wallet, payments, Web3 auth. Next.js, Solana, Socket.io, Livepeer.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Kunle Aikulola — Marketing &amp; Growth Lead</a:t>
            </a:r>
          </a:p>
          <a:p>
            <a:pPr>
              <a:spcBef>
                <a:spcPts val="600"/>
              </a:spcBef>
              <a:defRPr sz="1400"/>
            </a:pPr>
            <a:r>
              <a:t>MSc Marketing. Nigerian digital audience specialist. Influencer network spanning entertainment, pop culture, and sports verticals.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Key Hires Post-Funding:</a:t>
            </a:r>
          </a:p>
          <a:p>
            <a:pPr>
              <a:spcBef>
                <a:spcPts val="400"/>
              </a:spcBef>
              <a:defRPr sz="1200"/>
            </a:pPr>
            <a:r>
              <a:t>Role  •  Why  •  Timeline</a:t>
            </a:r>
          </a:p>
          <a:p>
            <a:pPr>
              <a:spcBef>
                <a:spcPts val="400"/>
              </a:spcBef>
              <a:defRPr sz="1200"/>
            </a:pPr>
            <a:r>
              <a:t>Show Runner / Media Producer  •  #1 hire. Manages house, contestants, content, daily production  •  Month 1</a:t>
            </a:r>
          </a:p>
          <a:p>
            <a:pPr>
              <a:spcBef>
                <a:spcPts val="400"/>
              </a:spcBef>
              <a:defRPr sz="1200"/>
            </a:pPr>
            <a:r>
              <a:t>Content Editor  •  Daily highlight reels for TikTok/YouTube/Instagram. Organic growth engine  •  Month 1</a:t>
            </a:r>
          </a:p>
          <a:p>
            <a:pPr>
              <a:spcBef>
                <a:spcPts val="400"/>
              </a:spcBef>
              <a:defRPr sz="1200"/>
            </a:pPr>
            <a:r>
              <a:t>Community Manager  •  WhatsApp groups, Twitter spaces, fan engagement, casting content  •  Month 1-2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Advisory (in discussion):</a:t>
            </a:r>
          </a:p>
          <a:p>
            <a:pPr>
              <a:spcBef>
                <a:spcPts val="600"/>
              </a:spcBef>
              <a:defRPr sz="1400"/>
            </a:pPr>
            <a:r>
              <a:t>Nigerian entertainment industry veteran (production guidance)</a:t>
            </a:r>
          </a:p>
          <a:p>
            <a:pPr>
              <a:spcBef>
                <a:spcPts val="600"/>
              </a:spcBef>
              <a:defRPr sz="1400"/>
            </a:pPr>
            <a:r>
              <a:t>Legal counsel with Nigerian gaming/entertainment regulatory expertise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### PRE-SEED: $200,000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To complete the platform and launch Season 1 in Lagos.</a:t>
            </a:r>
          </a:p>
          <a:p>
            <a:pPr>
              <a:spcBef>
                <a:spcPts val="400"/>
              </a:spcBef>
              <a:defRPr sz="1200"/>
            </a:pPr>
            <a:r>
              <a:t>Category  •  %  •  Amount  •  What It Covers</a:t>
            </a:r>
          </a:p>
          <a:p>
            <a:pPr>
              <a:spcBef>
                <a:spcPts val="400"/>
              </a:spcBef>
              <a:defRPr sz="1200"/>
            </a:pPr>
            <a:r>
              <a:t>Operations &amp; Media Production  •  35%  •  $70,000  •  House rental (Lagos), 8 cameras + equipment, 20 contestant stipends ($100/wk × 6 wks = $12K), production staff (3-4 hires), utilities, food, insurance</a:t>
            </a:r>
          </a:p>
          <a:p>
            <a:pPr>
              <a:spcBef>
                <a:spcPts val="400"/>
              </a:spcBef>
              <a:defRPr sz="1200"/>
            </a:pPr>
            <a:r>
              <a:t>Product &amp; Engineering  •  25%  •  $50,000  •  Complete prediction markets, admin dashboard, analytics, payment polish, QA, hosting/infra for 6 weeks</a:t>
            </a:r>
          </a:p>
          <a:p>
            <a:pPr>
              <a:spcBef>
                <a:spcPts val="400"/>
              </a:spcBef>
              <a:defRPr sz="1200"/>
            </a:pPr>
            <a:r>
              <a:t>Marketing &amp; Launch  •  25%  •  $50,000  •  30 micro-influencer partnerships ($500-2K each), TikTok/YouTube content, WhatsApp viral campaigns, casting PR, social ads</a:t>
            </a:r>
          </a:p>
          <a:p>
            <a:pPr>
              <a:spcBef>
                <a:spcPts val="400"/>
              </a:spcBef>
              <a:defRPr sz="1200"/>
            </a:pPr>
            <a:r>
              <a:t>Prize Pool &amp; Incentives  •  15%  •  $30,000  •  Grand prize ($15K), weekly challenge prizes, contestant appearance fees, early-user prediction bonuses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Season 1 Parameters:</a:t>
            </a:r>
          </a:p>
          <a:p>
            <a:pPr>
              <a:spcBef>
                <a:spcPts val="400"/>
              </a:spcBef>
              <a:defRPr sz="1200"/>
            </a:pPr>
            <a:r>
              <a:t>Parameter  •  Detail</a:t>
            </a:r>
          </a:p>
          <a:p>
            <a:pPr>
              <a:spcBef>
                <a:spcPts val="400"/>
              </a:spcBef>
              <a:defRPr sz="1200"/>
            </a:pPr>
            <a:r>
              <a:t>Duration  •  6 weeks (42 days)</a:t>
            </a:r>
          </a:p>
          <a:p>
            <a:pPr>
              <a:spcBef>
                <a:spcPts val="400"/>
              </a:spcBef>
              <a:defRPr sz="1200"/>
            </a:pPr>
            <a:r>
              <a:t>Contestants  •  16-20</a:t>
            </a:r>
          </a:p>
          <a:p>
            <a:pPr>
              <a:spcBef>
                <a:spcPts val="400"/>
              </a:spcBef>
              <a:defRPr sz="1200"/>
            </a:pPr>
            <a:r>
              <a:t>Location  •  Lagos, Nigeria</a:t>
            </a:r>
          </a:p>
          <a:p>
            <a:pPr>
              <a:spcBef>
                <a:spcPts val="400"/>
              </a:spcBef>
              <a:defRPr sz="1200"/>
            </a:pPr>
            <a:r>
              <a:t>Format  •  24/7 live streaming, weekly evictions, daily challenges, viewer-driven interactions</a:t>
            </a:r>
          </a:p>
          <a:p>
            <a:pPr>
              <a:spcBef>
                <a:spcPts val="400"/>
              </a:spcBef>
              <a:defRPr sz="1200"/>
            </a:pPr>
            <a:r>
              <a:t>Launch Window  •  Q4 2026 (BBNaija off-season — maximum attention gap)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WHAT $200K UNLOCKS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1. Complete prediction market integration + payment polish</a:t>
            </a:r>
          </a:p>
          <a:p>
            <a:pPr>
              <a:spcBef>
                <a:spcPts val="600"/>
              </a:spcBef>
              <a:defRPr sz="1400"/>
            </a:pPr>
            <a:r>
              <a:t>2. Hire show runner and production team</a:t>
            </a:r>
          </a:p>
          <a:p>
            <a:pPr>
              <a:spcBef>
                <a:spcPts val="600"/>
              </a:spcBef>
              <a:defRPr sz="1400"/>
            </a:pPr>
            <a:r>
              <a:t>3. Launch and complete Season 1 (6 weeks, 24/7)</a:t>
            </a:r>
          </a:p>
          <a:p>
            <a:pPr>
              <a:spcBef>
                <a:spcPts val="600"/>
              </a:spcBef>
              <a:defRPr sz="1400"/>
            </a:pPr>
            <a:r>
              <a:t>4. 15,000+ registered users (conservative)</a:t>
            </a:r>
          </a:p>
          <a:p>
            <a:pPr>
              <a:spcBef>
                <a:spcPts val="600"/>
              </a:spcBef>
              <a:defRPr sz="1400"/>
            </a:pPr>
            <a:r>
              <a:t>5. ₦30M+ gross revenue (production cost break-even)</a:t>
            </a:r>
          </a:p>
          <a:p>
            <a:pPr>
              <a:spcBef>
                <a:spcPts val="600"/>
              </a:spcBef>
              <a:defRPr sz="1400"/>
            </a:pPr>
            <a:r>
              <a:t>6. Real data: conversion rates, ARPPU, retention, willingness to pay</a:t>
            </a:r>
          </a:p>
          <a:p>
            <a:pPr>
              <a:spcBef>
                <a:spcPts val="600"/>
              </a:spcBef>
              <a:defRPr sz="1400"/>
            </a:pPr>
            <a:r>
              <a:t>7. Foundation for Season 2 seed round ($500K-1M)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The downside scenario (5,000 users, limited traction):</a:t>
            </a:r>
          </a:p>
          <a:p>
            <a:pPr>
              <a:spcBef>
                <a:spcPts val="600"/>
              </a:spcBef>
              <a:defRPr sz="1400"/>
            </a:pPr>
            <a:r>
              <a:t>Even if Season 1 underperforms:</a:t>
            </a:r>
          </a:p>
          <a:p>
            <a:pPr>
              <a:spcBef>
                <a:spcPts val="600"/>
              </a:spcBef>
              <a:defRPr sz="1400"/>
            </a:pPr>
            <a:r>
              <a:t>We own a production-tested interactive streaming platform — works for any live content, not just our show</a:t>
            </a:r>
          </a:p>
          <a:p>
            <a:pPr>
              <a:spcBef>
                <a:spcPts val="600"/>
              </a:spcBef>
              <a:defRPr sz="1400"/>
            </a:pPr>
            <a:r>
              <a:t>We have real market data on Nigerian audience behavior — valuable to any Africa-focused entertainment or crypto company</a:t>
            </a:r>
          </a:p>
          <a:p>
            <a:pPr>
              <a:spcBef>
                <a:spcPts val="600"/>
              </a:spcBef>
              <a:defRPr sz="1400"/>
            </a:pPr>
            <a:r>
              <a:t>Pivot: license the platform to existing Nigerian content creators (YouTubers, event organizers, sports commentators)</a:t>
            </a:r>
          </a:p>
          <a:p>
            <a:pPr>
              <a:spcBef>
                <a:spcPts val="600"/>
              </a:spcBef>
              <a:defRPr sz="1400"/>
            </a:pPr>
            <a:r>
              <a:t>Pivot: white-label the prediction market engine for other entertainment platforms</a:t>
            </a:r>
          </a:p>
          <a:p>
            <a:pPr>
              <a:spcBef>
                <a:spcPts val="600"/>
              </a:spcBef>
              <a:defRPr sz="1400"/>
            </a:pPr>
            <a:r>
              <a:t>Remaining runway: 2-3 months of iteration before needing follow-on capital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WHY STAR FACTOR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1. Right market, right time.</a:t>
            </a:r>
          </a:p>
          <a:p>
            <a:pPr>
              <a:spcBef>
                <a:spcPts val="600"/>
              </a:spcBef>
              <a:defRPr sz="1400"/>
            </a:pPr>
            <a:r>
              <a:t>Nigerian entertainment + betting behaviors exist at massive scale. Mobile infrastructure is ready. Payment rails are mature. BBNaija off-season creates a gap. 140M smartphones. $22B in stablecoin volume.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2. Right cost structure.</a:t>
            </a:r>
          </a:p>
          <a:p>
            <a:pPr>
              <a:spcBef>
                <a:spcPts val="600"/>
              </a:spcBef>
              <a:defRPr sz="1400"/>
            </a:pPr>
            <a:r>
              <a:t>Livepeer streaming makes 24/7 multi-camera viable for a startup. Traditional broadcasters can't match without rebuilding. Fishtank proved it. SankoTV proved it.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3. Right model.</a:t>
            </a:r>
          </a:p>
          <a:p>
            <a:pPr>
              <a:spcBef>
                <a:spcPts val="600"/>
              </a:spcBef>
              <a:defRPr sz="1400"/>
            </a:pPr>
            <a:r>
              <a:t>Fans earn money. Contestants earn money. Platform takes a cut. Everyone is aligned. Traditional reality TV can't adopt this without disrupting their core business.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4. Right stack.</a:t>
            </a:r>
          </a:p>
          <a:p>
            <a:pPr>
              <a:spcBef>
                <a:spcPts val="600"/>
              </a:spcBef>
              <a:defRPr sz="1400"/>
            </a:pPr>
            <a:r>
              <a:t>Solana for transparent settlement (&lt;$0.01/tx). Paystack for Nigerian rails. Privy for invisible Web3 onboarding. Livepeer for 50-80% cheaper streaming. Every technology choice maps to a Nigerian user reality.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5. Right category.</a:t>
            </a:r>
          </a:p>
          <a:p>
            <a:pPr>
              <a:spcBef>
                <a:spcPts val="600"/>
              </a:spcBef>
              <a:defRPr sz="1400"/>
            </a:pPr>
            <a:r>
              <a:t>3 of the last 4 Colosseum Consumer Apps 1st-place winners are prediction/fan-economy plays. a16z, Galaxy, and Pantera all call prediction markets the 2026 breakout. We're not ahead of the market — we're riding the wave.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6. Built, not planned.</a:t>
            </a:r>
          </a:p>
          <a:p>
            <a:pPr>
              <a:spcBef>
                <a:spcPts val="600"/>
              </a:spcBef>
              <a:defRPr sz="1400"/>
            </a:pPr>
            <a:r>
              <a:t>The platform exists. Streaming works. Chat works. Payments work. Auth works. We're not asking for money to build a prototype — we're asking for money to turn on the cameras.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APPENDIX A: REGULATORY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**Legal framing:** "Fan engagement predictions" tied to our own entertainment content — not sports betting or financial instruments. Analogous to game show mechanics (BBNaija voting, Who Wants to Be a Millionaire Nigeria).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Compliance plan:</a:t>
            </a:r>
          </a:p>
          <a:p>
            <a:pPr>
              <a:spcBef>
                <a:spcPts val="600"/>
              </a:spcBef>
              <a:defRPr sz="1400"/>
            </a:pPr>
            <a:r>
              <a:t>1. Pre-launch legal review with Nigerian entertainment/gaming law firm</a:t>
            </a:r>
          </a:p>
          <a:p>
            <a:pPr>
              <a:spcBef>
                <a:spcPts val="600"/>
              </a:spcBef>
              <a:defRPr sz="1400"/>
            </a:pPr>
            <a:r>
              <a:t>2. Apply for entertainment gaming license if required by NLRC or Lagos State Gaming Board</a:t>
            </a:r>
          </a:p>
          <a:p>
            <a:pPr>
              <a:spcBef>
                <a:spcPts val="600"/>
              </a:spcBef>
              <a:defRPr sz="1400"/>
            </a:pPr>
            <a:r>
              <a:t>3. Structure predictions within existing entertainment/quiz show licensing frameworks</a:t>
            </a:r>
          </a:p>
          <a:p>
            <a:pPr algn="ctr">
              <a:spcBef>
                <a:spcPts val="1200"/>
              </a:spcBef>
              <a:defRPr sz="1800" b="1"/>
            </a:pPr>
            <a:r>
              <a:t>Risk mitigation:</a:t>
            </a:r>
          </a:p>
          <a:p>
            <a:pPr>
              <a:spcBef>
                <a:spcPts val="600"/>
              </a:spcBef>
              <a:defRPr sz="1400"/>
            </a:pPr>
            <a:r>
              <a:t>Platform generates revenue with or without real-money predictions (subscriptions, voting, TTS, sponsorships all independent)</a:t>
            </a:r>
          </a:p>
          <a:p>
            <a:pPr>
              <a:spcBef>
                <a:spcPts val="600"/>
              </a:spcBef>
              <a:defRPr sz="1400"/>
            </a:pPr>
            <a:r>
              <a:t>Prediction markets can launch as Clout-only (free currency) initially, adding Stakes after regulatory clarity</a:t>
            </a:r>
          </a:p>
          <a:p>
            <a:pPr>
              <a:spcBef>
                <a:spcPts val="600"/>
              </a:spcBef>
              <a:defRPr sz="1400"/>
            </a:pPr>
            <a:r>
              <a:t>On-chain settlement provides transparency regulators value — full audit trails</a:t>
            </a:r>
          </a:p>
          <a:p>
            <a:pPr>
              <a:spcBef>
                <a:spcPts val="600"/>
              </a:spcBef>
              <a:defRPr sz="1400"/>
            </a:pPr>
            <a:r>
              <a:t>If regulations tighten: transition to skill-based prediction formats or free-to-play models</a:t>
            </a:r>
          </a:p>
          <a:p>
            <a:pPr>
              <a:spcBef>
                <a:spcPts val="600"/>
              </a:spcBef>
              <a:defRPr sz="1400"/>
            </a:pPr>
            <a:r>
              <a:t>**Bottom line:** We're seeking legal counsel pre-launch. The platform works without prediction markets. We operate within whatever framework applies.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APPENDIX B: TECHNOLOGY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400"/>
              </a:spcBef>
              <a:defRPr sz="1200"/>
            </a:pPr>
            <a:r>
              <a:t>Layer  •  Technology  •  Why</a:t>
            </a:r>
          </a:p>
          <a:p>
            <a:pPr>
              <a:spcBef>
                <a:spcPts val="400"/>
              </a:spcBef>
              <a:defRPr sz="1200"/>
            </a:pPr>
            <a:r>
              <a:t>Frontend  •  Next.js 15, React 19, Tailwind CSS  •  SSR for SEO, mobile-first, fast iteration</a:t>
            </a:r>
          </a:p>
          <a:p>
            <a:pPr>
              <a:spcBef>
                <a:spcPts val="400"/>
              </a:spcBef>
              <a:defRPr sz="1200"/>
            </a:pPr>
            <a:r>
              <a:t>State  •  Zustand + React Query  •  Lightweight client state + server cache</a:t>
            </a:r>
          </a:p>
          <a:p>
            <a:pPr>
              <a:spcBef>
                <a:spcPts val="400"/>
              </a:spcBef>
              <a:defRPr sz="1200"/>
            </a:pPr>
            <a:r>
              <a:t>Database  •  PostgreSQL + Prisma ORM  •  Type-safe, relational, scalable</a:t>
            </a:r>
          </a:p>
          <a:p>
            <a:pPr>
              <a:spcBef>
                <a:spcPts val="400"/>
              </a:spcBef>
              <a:defRPr sz="1200"/>
            </a:pPr>
            <a:r>
              <a:t>Auth  •  Privy  •  Email/Google → invisible embedded Solana wallet</a:t>
            </a:r>
          </a:p>
          <a:p>
            <a:pPr>
              <a:spcBef>
                <a:spcPts val="400"/>
              </a:spcBef>
              <a:defRPr sz="1200"/>
            </a:pPr>
            <a:r>
              <a:t>Streaming  •  Livepeer (decentralized) + HLS.js  •  50-80% cheaper transcoding. Censorship-resistant</a:t>
            </a:r>
          </a:p>
          <a:p>
            <a:pPr>
              <a:spcBef>
                <a:spcPts val="400"/>
              </a:spcBef>
              <a:defRPr sz="1200"/>
            </a:pPr>
            <a:r>
              <a:t>Real-time  •  Socket.io  •  Chat, live updates, notifications</a:t>
            </a:r>
          </a:p>
          <a:p>
            <a:pPr>
              <a:spcBef>
                <a:spcPts val="400"/>
              </a:spcBef>
              <a:defRPr sz="1200"/>
            </a:pPr>
            <a:r>
              <a:t>Payments  •  Paystack (Nigeria) + Flutterwave (Diaspora)  •  Full Nigerian bank/card coverage + international</a:t>
            </a:r>
          </a:p>
          <a:p>
            <a:pPr>
              <a:spcBef>
                <a:spcPts val="400"/>
              </a:spcBef>
              <a:defRPr sz="1200"/>
            </a:pPr>
            <a:r>
              <a:t>Blockchain  •  Solana  •  &lt;$0.01/tx. Prediction market transparency</a:t>
            </a:r>
          </a:p>
          <a:p>
            <a:pPr>
              <a:spcBef>
                <a:spcPts val="400"/>
              </a:spcBef>
              <a:defRPr sz="1200"/>
            </a:pPr>
            <a:r>
              <a:t>Hosting  •  Vercel (frontend) + Railway (backend)  •  Serverless scaling, global CDN</a:t>
            </a:r>
          </a:p>
          <a:p>
            <a:pPr>
              <a:spcBef>
                <a:spcPts val="600"/>
              </a:spcBef>
              <a:defRPr sz="1400"/>
            </a:pPr>
            <a:r>
              <a:t>**Colosseum validation:** Streamlify.io (Cypherpunk Sep 2025) uses the exact same Solana + Livepeer stack — confirming this is an established architecture in the ecosystem.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APPENDIX C: THE AFRICAN CREATOR ECONOMY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Star Factor exists because African creators are structurally disadvantaged:</a:t>
            </a:r>
          </a:p>
          <a:p>
            <a:pPr>
              <a:spcBef>
                <a:spcPts val="600"/>
              </a:spcBef>
              <a:defRPr sz="1400"/>
            </a:pPr>
            <a:r>
              <a:t>**African CPM rates: $0.005-0.02** per 1,000 views vs $0.05-0.15+ in the US (10-30x gap)</a:t>
            </a:r>
          </a:p>
          <a:p>
            <a:pPr>
              <a:spcBef>
                <a:spcPts val="600"/>
              </a:spcBef>
              <a:defRPr sz="1400"/>
            </a:pPr>
            <a:r>
              <a:t>**TikTok Creator Fund excludes Nigeria** — Africa's largest creator market has zero access</a:t>
            </a:r>
          </a:p>
          <a:p>
            <a:pPr>
              <a:spcBef>
                <a:spcPts val="600"/>
              </a:spcBef>
              <a:defRPr sz="1400"/>
            </a:pPr>
            <a:r>
              <a:t>**54% of African creators earn less than ₦100K/month** (~$63)</a:t>
            </a:r>
          </a:p>
          <a:p>
            <a:pPr>
              <a:spcBef>
                <a:spcPts val="600"/>
              </a:spcBef>
              <a:defRPr sz="1400"/>
            </a:pPr>
            <a:r>
              <a:t>**73.4% treat content creation as a side hustle**, not a career</a:t>
            </a:r>
          </a:p>
          <a:p>
            <a:pPr>
              <a:spcBef>
                <a:spcPts val="600"/>
              </a:spcBef>
              <a:defRPr sz="1400"/>
            </a:pPr>
            <a:r>
              <a:t>Star Factor bypasses CPMs entirely. Revenue comes from prediction markets, subscriptions, and direct fan spending — valued by African fans, not US advertising algorithms.</a:t>
            </a:r>
          </a:p>
          <a:p>
            <a:pPr>
              <a:spcBef>
                <a:spcPts val="600"/>
              </a:spcBef>
              <a:defRPr sz="1400"/>
            </a:pPr>
            <a:r>
              <a:t>As Chris Dixon (a16z) writes: platforms "depend entirely on the people who use their apps — yet don't share much control, ownership, or rewards." Star Factor is the fix for African entertainment.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APPENDIX D: STABLECOIN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Nigeria is a stablecoin powerhouse — not speculation, practical infrastructure:</a:t>
            </a:r>
          </a:p>
          <a:p>
            <a:pPr>
              <a:spcBef>
                <a:spcPts val="600"/>
              </a:spcBef>
              <a:defRPr sz="1400"/>
            </a:pPr>
            <a:r>
              <a:t>**$22B in stablecoin transactions** processed (Jul 2023-Jun 2024)</a:t>
            </a:r>
          </a:p>
          <a:p>
            <a:pPr>
              <a:spcBef>
                <a:spcPts val="600"/>
              </a:spcBef>
              <a:defRPr sz="1400"/>
            </a:pPr>
            <a:r>
              <a:t>**95% of surveyed Nigerians** prefer stablecoin salary payments over local currency</a:t>
            </a:r>
          </a:p>
          <a:p>
            <a:pPr>
              <a:spcBef>
                <a:spcPts val="600"/>
              </a:spcBef>
              <a:defRPr sz="1400"/>
            </a:pPr>
            <a:r>
              <a:t>**cNGN** (first regulated naira stablecoin) launched 2025 under SEC/CBN supervision</a:t>
            </a:r>
          </a:p>
          <a:p>
            <a:pPr>
              <a:spcBef>
                <a:spcPts val="600"/>
              </a:spcBef>
              <a:defRPr sz="1400"/>
            </a:pPr>
            <a:r>
              <a:t>Naira depreciated ~70% against USD since 2023 — stablecoins are a hedge, not a toy</a:t>
            </a:r>
          </a:p>
          <a:p>
            <a:pPr>
              <a:spcBef>
                <a:spcPts val="600"/>
              </a:spcBef>
              <a:defRPr sz="1400"/>
            </a:pPr>
            <a:r>
              <a:t>Star Factor's dual payment rail:</a:t>
            </a:r>
          </a:p>
          <a:p>
            <a:pPr>
              <a:spcBef>
                <a:spcPts val="600"/>
              </a:spcBef>
              <a:defRPr sz="1400"/>
            </a:pPr>
            <a:r>
              <a:t>Domestic: Naira via Paystack (cards, bank transfer, USSD)</a:t>
            </a:r>
          </a:p>
          <a:p>
            <a:pPr>
              <a:spcBef>
                <a:spcPts val="600"/>
              </a:spcBef>
              <a:defRPr sz="1400"/>
            </a:pPr>
            <a:r>
              <a:t>Diaspora: USDC or international cards via Flutterwave</a:t>
            </a:r>
          </a:p>
          <a:p>
            <a:pPr>
              <a:spcBef>
                <a:spcPts val="600"/>
              </a:spcBef>
              <a:defRPr sz="1400"/>
            </a:pPr>
            <a:r>
              <a:t>Withdrawals: Naira (bank) or USDC (wallet) — user chooses</a:t>
            </a:r>
          </a:p>
          <a:p>
            <a:pPr>
              <a:spcBef>
                <a:spcPts val="600"/>
              </a:spcBef>
              <a:defRPr sz="1400"/>
            </a:pPr>
            <a:r>
              <a:t>Stakes pegged at $0.01 USD — protecting users from Naira devaluation during the season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APPENDIX E: MONETIZATION ENGINE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spcBef>
                <a:spcPts val="1200"/>
              </a:spcBef>
              <a:defRPr sz="1800" b="1"/>
            </a:pPr>
            <a:r>
              <a:t>7 design principles:</a:t>
            </a:r>
          </a:p>
          <a:p>
            <a:pPr>
              <a:spcBef>
                <a:spcPts val="600"/>
              </a:spcBef>
              <a:defRPr sz="1400"/>
            </a:pPr>
            <a:r>
              <a:t>1. Every purchase feels like buying airtime (₦200-500, 2 taps, instant value)</a:t>
            </a:r>
          </a:p>
          <a:p>
            <a:pPr>
              <a:spcBef>
                <a:spcPts val="600"/>
              </a:spcBef>
              <a:defRPr sz="1400"/>
            </a:pPr>
            <a:r>
              <a:t>2. Users see Naira prices, platform accounts in USD</a:t>
            </a:r>
          </a:p>
          <a:p>
            <a:pPr>
              <a:spcBef>
                <a:spcPts val="600"/>
              </a:spcBef>
              <a:defRPr sz="1400"/>
            </a:pPr>
            <a:r>
              <a:t>3. Free users are valuable (attention = sponsor inventory)</a:t>
            </a:r>
          </a:p>
          <a:p>
            <a:pPr>
              <a:spcBef>
                <a:spcPts val="600"/>
              </a:spcBef>
              <a:defRPr sz="1400"/>
            </a:pPr>
            <a:r>
              <a:t>4. Users earn before they spend (Clout creates habit before Stakes conversion)</a:t>
            </a:r>
          </a:p>
          <a:p>
            <a:pPr>
              <a:spcBef>
                <a:spcPts val="600"/>
              </a:spcBef>
              <a:defRPr sz="1400"/>
            </a:pPr>
            <a:r>
              <a:t>5. Whales have no ceiling (unlimited spend capacity)</a:t>
            </a:r>
          </a:p>
          <a:p>
            <a:pPr>
              <a:spcBef>
                <a:spcPts val="600"/>
              </a:spcBef>
              <a:defRPr sz="1400"/>
            </a:pPr>
            <a:r>
              <a:t>6. Every screen is a monetization surface (embedded, not intrusive)</a:t>
            </a:r>
          </a:p>
          <a:p>
            <a:pPr>
              <a:spcBef>
                <a:spcPts val="600"/>
              </a:spcBef>
              <a:defRPr sz="1400"/>
            </a:pPr>
            <a:r>
              <a:t>7. Context-aware pricing (₦2,000 = a meal. Every price tested against "what else could this buy?")</a:t>
            </a:r>
          </a:p>
          <a:p>
            <a:pPr algn="ctr">
              <a:defRPr sz="1400" i="1"/>
            </a:pPr>
            <a:r>
              <a:t>Full 17-section MONETIZATION-ENGINE.md available on request.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**Ready to discuss?**</a:t>
            </a:r>
          </a:p>
          <a:p>
            <a:r>
              <a:t>Bolaji Majiyagbe</a:t>
            </a:r>
          </a:p>
          <a:p>
            <a:r>
              <a:t>bolaji@chainfren.com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defRPr sz="1400" i="1"/>
            </a:pPr>
            <a:r>
              <a:t>Research grounded in: Colosseum builder corpus (5,400+ Solana projects), a16z/Galaxy Research/Pantera/Paradigm/Alliance crypto archives, Statista, Chainalysis, DataReportal, and primary market data. Full 670-line MARKET-RESEARCH.md available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